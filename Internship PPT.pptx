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2" r:id="rId7"/>
    <p:sldId id="268" r:id="rId8"/>
    <p:sldId id="263" r:id="rId9"/>
    <p:sldId id="269" r:id="rId10"/>
    <p:sldId id="264" r:id="rId11"/>
    <p:sldId id="270" r:id="rId12"/>
    <p:sldId id="265" r:id="rId13"/>
    <p:sldId id="271" r:id="rId14"/>
    <p:sldId id="266" r:id="rId15"/>
    <p:sldId id="267" r:id="rId16"/>
    <p:sldId id="261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9" roundtripDataSignature="AMtx7mgEImUSBnzB7Nwo1Y+ZxTH9IFmlv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350" autoAdjust="0"/>
  </p:normalViewPr>
  <p:slideViewPr>
    <p:cSldViewPr snapToGrid="0">
      <p:cViewPr varScale="1">
        <p:scale>
          <a:sx n="76" d="100"/>
          <a:sy n="76" d="100"/>
        </p:scale>
        <p:origin x="91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0049610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66765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14184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3085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3504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989561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680020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236766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2880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jpg"/><Relationship Id="rId4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1171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imes New Roman"/>
              <a:buNone/>
            </a:pPr>
            <a:r>
              <a:rPr lang="en-US" dirty="0">
                <a:latin typeface="Times New Roman"/>
                <a:cs typeface="Times New Roman"/>
                <a:sym typeface="Times New Roman"/>
              </a:rPr>
              <a:t>Data Analytics</a:t>
            </a:r>
            <a:endParaRPr dirty="0"/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4568176" y="2505862"/>
            <a:ext cx="2999874" cy="922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>
                <a:latin typeface="Times New Roman"/>
                <a:cs typeface="Times New Roman"/>
                <a:sym typeface="Times New Roman"/>
              </a:rPr>
              <a:t>Yamuna V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>
                <a:latin typeface="Times New Roman"/>
                <a:cs typeface="Times New Roman"/>
                <a:sym typeface="Times New Roman"/>
              </a:rPr>
              <a:t>ENG22CT0052</a:t>
            </a:r>
            <a:endParaRPr dirty="0"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74057" y="1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481263" y="4102507"/>
            <a:ext cx="3628824" cy="922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Internship Coordinators:</a:t>
            </a:r>
            <a:endParaRPr/>
          </a:p>
          <a:p>
            <a:pPr marL="0" marR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595937" y="4102506"/>
            <a:ext cx="4114800" cy="922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lang="en-US" sz="24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Under the supervision of: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lang="en-US" sz="2400" b="1" dirty="0">
              <a:solidFill>
                <a:schemeClr val="dk1"/>
              </a:solidFill>
              <a:latin typeface="Times New Roman"/>
              <a:cs typeface="Times New Roman"/>
              <a:sym typeface="Times New Roman"/>
            </a:endParaRPr>
          </a:p>
          <a:p>
            <a:pPr lvl="0"/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Neela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Santhosh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Kumar</a:t>
            </a:r>
            <a:endParaRPr lang="en-US" sz="2400" dirty="0"/>
          </a:p>
          <a:p>
            <a:pPr lvl="0"/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HR, </a:t>
            </a:r>
            <a:endParaRPr lang="en-US" sz="2400" dirty="0"/>
          </a:p>
          <a:p>
            <a:pPr lvl="0"/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</a:t>
            </a:r>
            <a:r>
              <a:rPr lang="en-US" sz="2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Codtech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IT Solutions</a:t>
            </a:r>
            <a:endParaRPr lang="en-US" sz="2400" dirty="0"/>
          </a:p>
          <a:p>
            <a:pPr lvl="0"/>
            <a:endParaRPr lang="en-US" sz="2400" dirty="0"/>
          </a:p>
          <a:p>
            <a:pPr marL="0" marR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550146" y="4775821"/>
            <a:ext cx="2910525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</a:t>
            </a:r>
            <a:r>
              <a:rPr lang="en-US" sz="2400" b="0" i="0" u="none" strike="noStrike" cap="none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Ramandeep</a:t>
            </a:r>
            <a:r>
              <a:rPr lang="en-US" sz="24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Kaur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Assistant Professor,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CST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SoE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DSU</a:t>
            </a:r>
            <a:endParaRPr dirty="0"/>
          </a:p>
        </p:txBody>
      </p:sp>
      <p:sp>
        <p:nvSpPr>
          <p:cNvPr id="95" name="Google Shape;95;p1"/>
          <p:cNvSpPr txBox="1"/>
          <p:nvPr/>
        </p:nvSpPr>
        <p:spPr>
          <a:xfrm>
            <a:off x="3289301" y="4775821"/>
            <a:ext cx="3467099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Dr. </a:t>
            </a:r>
            <a:r>
              <a:rPr lang="en-US" sz="2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Hemchandra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Reddy 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Assistant Professor,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Dept. of CST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SoE</a:t>
            </a:r>
            <a:r>
              <a:rPr lang="en-US" sz="24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DSU</a:t>
            </a:r>
            <a:endParaRPr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1399" y="36724"/>
            <a:ext cx="2749201" cy="10321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>
            <a:spLocks noGrp="1"/>
          </p:cNvSpPr>
          <p:nvPr>
            <p:ph type="title"/>
          </p:nvPr>
        </p:nvSpPr>
        <p:spPr>
          <a:xfrm>
            <a:off x="838200" y="97865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Agenda</a:t>
            </a:r>
            <a:endParaRPr dirty="0"/>
          </a:p>
        </p:txBody>
      </p:sp>
      <p:sp>
        <p:nvSpPr>
          <p:cNvPr id="102" name="Google Shape;102;p2"/>
          <p:cNvSpPr txBox="1">
            <a:spLocks noGrp="1"/>
          </p:cNvSpPr>
          <p:nvPr>
            <p:ph type="body" idx="1"/>
          </p:nvPr>
        </p:nvSpPr>
        <p:spPr>
          <a:xfrm>
            <a:off x="838200" y="2422689"/>
            <a:ext cx="10515600" cy="3754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Must include the following, but not limited to: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About the company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Assigned Project details 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Technologies used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Team and role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Results and snapshots</a:t>
            </a:r>
            <a:endParaRPr dirty="0"/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</a:p>
          <a:p>
            <a:pPr marL="514350" lvl="0" indent="-514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AutoNum type="arabicPeriod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Internship Completion certificate/status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3" name="Google Shape;10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74057" y="1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16/4/2026</a:t>
            </a:r>
            <a:endParaRPr dirty="0"/>
          </a:p>
        </p:txBody>
      </p:sp>
      <p:sp>
        <p:nvSpPr>
          <p:cNvPr id="106" name="Google Shape;106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4577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ENG22CT0045, Dept. of Computer Science &amp; Technology, </a:t>
            </a:r>
            <a:r>
              <a:rPr lang="en-US" dirty="0" err="1"/>
              <a:t>SoE</a:t>
            </a:r>
            <a:r>
              <a:rPr lang="en-US" dirty="0"/>
              <a:t>, DSU</a:t>
            </a:r>
            <a:endParaRPr dirty="0"/>
          </a:p>
        </p:txBody>
      </p:sp>
      <p:sp>
        <p:nvSpPr>
          <p:cNvPr id="107" name="Google Shape;107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6724"/>
            <a:ext cx="2120900" cy="9419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"/>
          <p:cNvSpPr txBox="1">
            <a:spLocks noGrp="1"/>
          </p:cNvSpPr>
          <p:nvPr>
            <p:ph type="title"/>
          </p:nvPr>
        </p:nvSpPr>
        <p:spPr>
          <a:xfrm>
            <a:off x="838200" y="978650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1000"/>
              </a:spcBef>
            </a:pP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1. About the Company</a:t>
            </a:r>
            <a:endParaRPr lang="en-US" b="1" dirty="0"/>
          </a:p>
        </p:txBody>
      </p:sp>
      <p:sp>
        <p:nvSpPr>
          <p:cNvPr id="114" name="Google Shape;114;p3"/>
          <p:cNvSpPr txBox="1">
            <a:spLocks noGrp="1"/>
          </p:cNvSpPr>
          <p:nvPr>
            <p:ph type="body" idx="1"/>
          </p:nvPr>
        </p:nvSpPr>
        <p:spPr>
          <a:xfrm>
            <a:off x="787400" y="2181389"/>
            <a:ext cx="10515600" cy="37542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635000" indent="-457200" algn="just">
              <a:spcBef>
                <a:spcPts val="0"/>
              </a:spcBef>
              <a:buSzPts val="2800"/>
            </a:pPr>
            <a:r>
              <a:rPr lang="en-US" b="1" dirty="0" err="1">
                <a:latin typeface="Times New Roman"/>
                <a:ea typeface="Times New Roman"/>
                <a:cs typeface="Times New Roman"/>
                <a:sym typeface="Times New Roman"/>
              </a:rPr>
              <a:t>CodTech</a:t>
            </a: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 is a platform that provides industry-oriented internship programs in various technical domains such as Data Analysis, Machine Learning, and Web Development.</a:t>
            </a:r>
          </a:p>
          <a:p>
            <a:pPr marL="635000" indent="-457200" algn="just">
              <a:spcBef>
                <a:spcPts val="0"/>
              </a:spcBef>
              <a:buSzPts val="2800"/>
            </a:pP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0" indent="-457200" algn="just">
              <a:spcBef>
                <a:spcPts val="0"/>
              </a:spcBef>
              <a:buSzPts val="2800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The organization focuses on practical learning by assigning real-world tasks that help students gain hands-on experience.</a:t>
            </a:r>
          </a:p>
          <a:p>
            <a:pPr marL="635000" indent="-457200" algn="just">
              <a:spcBef>
                <a:spcPts val="0"/>
              </a:spcBef>
              <a:buSzPts val="2800"/>
            </a:pPr>
            <a:endParaRPr lang="en-US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635000" indent="-457200" algn="just">
              <a:spcBef>
                <a:spcPts val="0"/>
              </a:spcBef>
              <a:buSzPts val="2800"/>
            </a:pPr>
            <a: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  <a:t>The internship program is designed to enhance technical skills, analytical thinking, and problem-solving abilities of students.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5" name="Google Shape;11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74057" y="1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/>
              <a:t>16/4/2026</a:t>
            </a:r>
            <a:endParaRPr dirty="0"/>
          </a:p>
        </p:txBody>
      </p:sp>
      <p:sp>
        <p:nvSpPr>
          <p:cNvPr id="118" name="Google Shape;118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368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/>
              <a:t>ENG22CT0045, Dept. of Computer Science &amp; Technology, </a:t>
            </a:r>
            <a:r>
              <a:rPr lang="en-US" dirty="0" err="1"/>
              <a:t>SoE</a:t>
            </a:r>
            <a:r>
              <a:rPr lang="en-US" dirty="0"/>
              <a:t>, DSU</a:t>
            </a:r>
          </a:p>
        </p:txBody>
      </p:sp>
      <p:sp>
        <p:nvSpPr>
          <p:cNvPr id="119" name="Google Shape;119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599" y="36724"/>
            <a:ext cx="2120900" cy="9419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"/>
          <p:cNvSpPr txBox="1">
            <a:spLocks noGrp="1"/>
          </p:cNvSpPr>
          <p:nvPr>
            <p:ph type="title"/>
          </p:nvPr>
        </p:nvSpPr>
        <p:spPr>
          <a:xfrm>
            <a:off x="1006749" y="802544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514350" lvl="0" indent="-514350">
              <a:spcBef>
                <a:spcPts val="1000"/>
              </a:spcBef>
            </a:pPr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2. Assigned Project</a:t>
            </a:r>
            <a:endParaRPr lang="en-US" b="1" dirty="0"/>
          </a:p>
        </p:txBody>
      </p:sp>
      <p:sp>
        <p:nvSpPr>
          <p:cNvPr id="126" name="Google Shape;126;p4"/>
          <p:cNvSpPr txBox="1">
            <a:spLocks noGrp="1"/>
          </p:cNvSpPr>
          <p:nvPr>
            <p:ph type="body" idx="1"/>
          </p:nvPr>
        </p:nvSpPr>
        <p:spPr>
          <a:xfrm>
            <a:off x="838200" y="2008909"/>
            <a:ext cx="10515600" cy="4168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internship project includes multiple data analysis tasks: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 (EDA)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House Price Prediction (Machine Learning)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Sales Dashboard Development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 using NLP 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Goal: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understand real-world data handling and build practical solutions</a:t>
            </a:r>
          </a:p>
        </p:txBody>
      </p:sp>
      <p:pic>
        <p:nvPicPr>
          <p:cNvPr id="127" name="Google Shape;127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74057" y="1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/>
              <a:t>16/4/2026</a:t>
            </a:r>
            <a:endParaRPr dirty="0"/>
          </a:p>
        </p:txBody>
      </p:sp>
      <p:sp>
        <p:nvSpPr>
          <p:cNvPr id="130" name="Google Shape;130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40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ENG22CT0045, Dept. of Computer Science &amp; Technology, </a:t>
            </a:r>
            <a:r>
              <a:rPr lang="en-US" dirty="0" err="1"/>
              <a:t>SoE</a:t>
            </a:r>
            <a:r>
              <a:rPr lang="en-US" dirty="0"/>
              <a:t>, DSU</a:t>
            </a:r>
            <a:endParaRPr dirty="0"/>
          </a:p>
        </p:txBody>
      </p:sp>
      <p:sp>
        <p:nvSpPr>
          <p:cNvPr id="131" name="Google Shape;131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599" y="46730"/>
            <a:ext cx="2120900" cy="941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"/>
          <p:cNvSpPr txBox="1">
            <a:spLocks noGrp="1"/>
          </p:cNvSpPr>
          <p:nvPr>
            <p:ph type="title"/>
          </p:nvPr>
        </p:nvSpPr>
        <p:spPr>
          <a:xfrm>
            <a:off x="971550" y="1030675"/>
            <a:ext cx="10515600" cy="935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>
              <a:buSzPts val="4400"/>
            </a:pPr>
            <a:b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4900" b="1" dirty="0">
                <a:latin typeface="Times New Roman"/>
                <a:ea typeface="Times New Roman"/>
                <a:cs typeface="Times New Roman"/>
                <a:sym typeface="Times New Roman"/>
              </a:rPr>
              <a:t>3. Technologies Used</a:t>
            </a:r>
            <a:br>
              <a:rPr lang="en-US" dirty="0"/>
            </a:b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p5"/>
          <p:cNvSpPr txBox="1">
            <a:spLocks noGrp="1"/>
          </p:cNvSpPr>
          <p:nvPr>
            <p:ph type="body" idx="1"/>
          </p:nvPr>
        </p:nvSpPr>
        <p:spPr>
          <a:xfrm>
            <a:off x="835025" y="1779259"/>
            <a:ext cx="10788650" cy="4577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Language: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Libraries: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Pandas – data manipulation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NumPy – numerical operations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Matplotlib &amp; Seaborn – visualization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 – machine learning </a:t>
            </a:r>
          </a:p>
          <a:p>
            <a:pPr marL="114300" indent="0">
              <a:buNone/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Tools:</a:t>
            </a: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VS Code </a:t>
            </a:r>
          </a:p>
          <a:p>
            <a:r>
              <a:rPr lang="en-IN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Jupyter</a:t>
            </a:r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Notebook </a:t>
            </a:r>
          </a:p>
          <a:p>
            <a:r>
              <a:rPr lang="en-I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 &amp; Plotly (Dashboard)</a:t>
            </a:r>
          </a:p>
        </p:txBody>
      </p:sp>
      <p:pic>
        <p:nvPicPr>
          <p:cNvPr id="139" name="Google Shape;13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74057" y="0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/>
              <a:t>16/4/2026</a:t>
            </a:r>
            <a:endParaRPr dirty="0"/>
          </a:p>
        </p:txBody>
      </p:sp>
      <p:sp>
        <p:nvSpPr>
          <p:cNvPr id="142" name="Google Shape;142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3815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/>
              <a:t>ENG22CT0045, Dept. of Computer Science &amp; Technology, </a:t>
            </a:r>
            <a:r>
              <a:rPr lang="en-US" dirty="0" err="1"/>
              <a:t>SoE</a:t>
            </a:r>
            <a:r>
              <a:rPr lang="en-US" dirty="0"/>
              <a:t>, DSU</a:t>
            </a:r>
          </a:p>
        </p:txBody>
      </p:sp>
      <p:sp>
        <p:nvSpPr>
          <p:cNvPr id="143" name="Google Shape;143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4750" y="36724"/>
            <a:ext cx="2120900" cy="9419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04008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latin typeface="Times New Roman"/>
                <a:cs typeface="Times New Roman"/>
                <a:sym typeface="Times New Roman"/>
              </a:rPr>
              <a:t>RESULT</a:t>
            </a:r>
            <a:br>
              <a:rPr lang="en-US" sz="4000" b="1" dirty="0">
                <a:latin typeface="Times New Roman"/>
                <a:cs typeface="Times New Roman"/>
                <a:sym typeface="Times New Roman"/>
              </a:rPr>
            </a:br>
            <a:r>
              <a:rPr lang="en-US" sz="4000" b="1" dirty="0">
                <a:latin typeface="Times New Roman"/>
                <a:cs typeface="Times New Roman"/>
                <a:sym typeface="Times New Roman"/>
              </a:rPr>
              <a:t>Task1: Big Data Analysis </a:t>
            </a:r>
            <a:endParaRPr lang="en-US" sz="4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7700"/>
            <a:ext cx="10515600" cy="4803775"/>
          </a:xfrm>
        </p:spPr>
        <p:txBody>
          <a:bodyPr>
            <a:normAutofit fontScale="25000" lnSpcReduction="20000"/>
          </a:bodyPr>
          <a:lstStyle/>
          <a:p>
            <a:pPr marL="114300" indent="0" algn="just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indent="0">
              <a:buNone/>
            </a:pPr>
            <a:r>
              <a:rPr lang="en-IN" sz="9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exploratory data analysis on dataset</a:t>
            </a:r>
          </a:p>
          <a:p>
            <a:pPr marL="114300" indent="0">
              <a:buNone/>
            </a:pPr>
            <a:r>
              <a:rPr lang="en-IN" sz="9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Performed:</a:t>
            </a:r>
            <a:endParaRPr lang="en-IN" sz="9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Loaded dataset using Pandas </a:t>
            </a:r>
          </a:p>
          <a:p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Checked data using .info() and .describe() </a:t>
            </a:r>
          </a:p>
          <a:p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Handled missing values </a:t>
            </a:r>
          </a:p>
          <a:p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visualizations </a:t>
            </a:r>
          </a:p>
          <a:p>
            <a:pPr marL="114300" indent="0">
              <a:buNone/>
            </a:pPr>
            <a:r>
              <a:rPr lang="en-IN" sz="9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b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Identified patterns and trends</a:t>
            </a:r>
          </a:p>
          <a:p>
            <a:pPr marL="114300" indent="0">
              <a:buNone/>
            </a:pPr>
            <a:r>
              <a:rPr lang="en-IN" sz="9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b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9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Learned data preprocessing and visualization</a:t>
            </a:r>
          </a:p>
          <a:p>
            <a:pPr marL="11430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lvl="0" indent="0" algn="just">
              <a:buNone/>
            </a:pP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16/4/2026                                                                       ENG22CT0045, Dept. of Computer Science &amp; Technology, </a:t>
            </a:r>
            <a:r>
              <a:rPr lang="en-US" sz="1300" dirty="0" err="1">
                <a:solidFill>
                  <a:schemeClr val="bg1">
                    <a:lumMod val="50000"/>
                  </a:schemeClr>
                </a:solidFill>
              </a:rPr>
              <a:t>SoE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, DSU</a:t>
            </a:r>
          </a:p>
          <a:p>
            <a:pPr marL="114300" indent="0" algn="just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750" y="0"/>
            <a:ext cx="2120900" cy="941926"/>
          </a:xfrm>
          <a:prstGeom prst="rect">
            <a:avLst/>
          </a:prstGeom>
        </p:spPr>
      </p:pic>
      <p:pic>
        <p:nvPicPr>
          <p:cNvPr id="6" name="Google Shape;140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68321"/>
            <a:ext cx="2757608" cy="873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39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03515" y="75037"/>
            <a:ext cx="2389240" cy="7918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0912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F41C2-D64D-BAAD-BB73-688D59473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B2986-0EB3-5BC5-468B-DB2CBB92163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36117BC-8B6E-B174-0EDE-BF1591998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5788" y="137557"/>
            <a:ext cx="6500423" cy="640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005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275" y="1014397"/>
            <a:ext cx="11471449" cy="839788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2: Machine Learning(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House Price Prediction)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08708"/>
            <a:ext cx="10515600" cy="4895851"/>
          </a:xfrm>
        </p:spPr>
        <p:txBody>
          <a:bodyPr>
            <a:normAutofit fontScale="92500" lnSpcReduction="20000"/>
          </a:bodyPr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ML model to predict house prices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Performed: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features and target variable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Split dataset (train-test)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Linear Regression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using MSE &amp; R² score 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achieved good prediction accuracy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Learned model training and evaluation</a:t>
            </a:r>
          </a:p>
          <a:p>
            <a:pPr marL="11430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lvl="0" indent="0">
              <a:buNone/>
            </a:pPr>
            <a:r>
              <a:rPr lang="en-US" sz="13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16/4/2026                                                                      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ENG22CT0045, Dept. of Computer Science &amp; Technology, </a:t>
            </a:r>
            <a:r>
              <a:rPr lang="en-US" sz="1300" dirty="0" err="1">
                <a:solidFill>
                  <a:schemeClr val="bg1">
                    <a:lumMod val="50000"/>
                  </a:schemeClr>
                </a:solidFill>
              </a:rPr>
              <a:t>SoE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, DSU</a:t>
            </a:r>
          </a:p>
          <a:p>
            <a:pPr marL="114300" indent="0">
              <a:buNone/>
            </a:pP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14300" indent="0">
              <a:buNone/>
            </a:pPr>
            <a:endParaRPr lang="en-US" dirty="0"/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pic>
        <p:nvPicPr>
          <p:cNvPr id="5" name="Google Shape;14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8321"/>
            <a:ext cx="2757608" cy="873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3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12157" y="59048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750" y="0"/>
            <a:ext cx="2120900" cy="94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994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A81C66C-6D98-914A-C311-E269A61359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4CA4B6-A186-9C08-5BCD-CA1E93AEB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729" y="404614"/>
            <a:ext cx="6782388" cy="595173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0E57D4-3C60-80A1-FB14-3AF8BC46C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883" y="2476417"/>
            <a:ext cx="4435224" cy="1905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034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800" y="1167889"/>
            <a:ext cx="10515600" cy="748762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3: Dashboard Development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051050"/>
            <a:ext cx="10515600" cy="4895850"/>
          </a:xfrm>
        </p:spPr>
        <p:txBody>
          <a:bodyPr>
            <a:normAutofit fontScale="92500" lnSpcReduction="10000"/>
          </a:bodyPr>
          <a:lstStyle/>
          <a:p>
            <a:pPr marL="11430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interactive sales dashboard</a:t>
            </a:r>
          </a:p>
          <a:p>
            <a:pPr marL="11430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Performed: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Loaded dataset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bar, line, and pie charts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Dash &amp; Plotly 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Added dropdown filters </a:t>
            </a:r>
          </a:p>
          <a:p>
            <a:pPr marL="11430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 showing insights</a:t>
            </a:r>
          </a:p>
          <a:p>
            <a:pPr marL="114300" indent="0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data visualization skills</a:t>
            </a:r>
          </a:p>
          <a:p>
            <a:pPr marL="114300" lvl="0" indent="0">
              <a:buNone/>
            </a:pPr>
            <a:r>
              <a:rPr lang="en-US" sz="13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16/4/2026                                                                           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ENG22CT0045, Dept. of Computer Science &amp; Technology, </a:t>
            </a:r>
            <a:r>
              <a:rPr lang="en-US" sz="1300" dirty="0" err="1">
                <a:solidFill>
                  <a:schemeClr val="bg1">
                    <a:lumMod val="50000"/>
                  </a:schemeClr>
                </a:solidFill>
              </a:rPr>
              <a:t>SoE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, DSU</a:t>
            </a:r>
          </a:p>
          <a:p>
            <a:pPr marL="114300" indent="0">
              <a:buNone/>
            </a:pPr>
            <a:endParaRPr lang="en-US" sz="13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  <p:pic>
        <p:nvPicPr>
          <p:cNvPr id="5" name="Google Shape;140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68321"/>
            <a:ext cx="2757608" cy="873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3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12157" y="59048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3050" y="0"/>
            <a:ext cx="2120900" cy="941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068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467287-D9C3-14AE-E761-0BE991A294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3C03C6-7E76-0698-5F61-6B803FEBF7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5905"/>
            <a:ext cx="12192000" cy="644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56398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800" y="1247250"/>
            <a:ext cx="10515600" cy="660401"/>
          </a:xfrm>
        </p:spPr>
        <p:txBody>
          <a:bodyPr>
            <a:no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Task 4: Sentiment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121949"/>
            <a:ext cx="10515600" cy="4942426"/>
          </a:xfrm>
        </p:spPr>
        <p:txBody>
          <a:bodyPr>
            <a:normAutofit fontScale="92500" lnSpcReduction="20000"/>
          </a:bodyPr>
          <a:lstStyle/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Classified reviews into positive &amp; negative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Steps Performed: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Cleaned text data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TF-IDF Vectorization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Logistic Regression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Evaluated accuracy (~91%) 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successfully classified sentiments</a:t>
            </a:r>
          </a:p>
          <a:p>
            <a:pPr marL="11430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Outcome: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Learned NLP basics and text classification</a:t>
            </a:r>
          </a:p>
          <a:p>
            <a:pPr marL="11430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lvl="0" indent="0">
              <a:buNone/>
            </a:pPr>
            <a:r>
              <a:rPr lang="en-US" sz="13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16/4/2026                                                                       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ENG22CT0045, Dept. of Computer Science &amp; Technology, </a:t>
            </a:r>
            <a:r>
              <a:rPr lang="en-US" sz="1300" dirty="0" err="1">
                <a:solidFill>
                  <a:schemeClr val="bg1">
                    <a:lumMod val="50000"/>
                  </a:schemeClr>
                </a:solidFill>
              </a:rPr>
              <a:t>SoE</a:t>
            </a:r>
            <a:r>
              <a:rPr lang="en-US" sz="1300" dirty="0">
                <a:solidFill>
                  <a:schemeClr val="bg1">
                    <a:lumMod val="50000"/>
                  </a:schemeClr>
                </a:solidFill>
              </a:rPr>
              <a:t>, DSU</a:t>
            </a:r>
          </a:p>
          <a:p>
            <a:pPr marL="11430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 dirty="0"/>
          </a:p>
        </p:txBody>
      </p:sp>
      <p:pic>
        <p:nvPicPr>
          <p:cNvPr id="5" name="Google Shape;139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612157" y="59048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750" y="0"/>
            <a:ext cx="2120900" cy="941926"/>
          </a:xfrm>
          <a:prstGeom prst="rect">
            <a:avLst/>
          </a:prstGeom>
        </p:spPr>
      </p:pic>
      <p:pic>
        <p:nvPicPr>
          <p:cNvPr id="7" name="Google Shape;151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3523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CA5AA4-ACA0-B2BE-B513-1B885216A4B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6934E5-7CA8-6235-9EF2-86300A908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0618"/>
            <a:ext cx="5235394" cy="34902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20067D-530D-483D-198F-2EB6309E3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710" y="156520"/>
            <a:ext cx="6759526" cy="621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67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1108075"/>
            <a:ext cx="10515600" cy="619125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 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9150" y="1727200"/>
            <a:ext cx="10553700" cy="5410199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Completed full data analysis pipeline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Worked on real-world datasets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ML models and dashboards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sentiment analysis </a:t>
            </a:r>
          </a:p>
          <a:p>
            <a:pPr marL="11430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Skills gained: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Visualization 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NLP</a:t>
            </a:r>
          </a:p>
          <a:p>
            <a:pPr marL="114300" lv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16/4/2026                                                                  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ENG22CT0045, Dept. of Computer Science &amp; Technology,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SoE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DSU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 dirty="0"/>
          </a:p>
        </p:txBody>
      </p:sp>
      <p:pic>
        <p:nvPicPr>
          <p:cNvPr id="5" name="Google Shape;15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750" y="0"/>
            <a:ext cx="2120900" cy="941926"/>
          </a:xfrm>
          <a:prstGeom prst="rect">
            <a:avLst/>
          </a:prstGeom>
        </p:spPr>
      </p:pic>
      <p:pic>
        <p:nvPicPr>
          <p:cNvPr id="7" name="Google Shape;139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612157" y="36724"/>
            <a:ext cx="2389240" cy="7918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55874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11300"/>
            <a:ext cx="10515600" cy="965200"/>
          </a:xfrm>
        </p:spPr>
        <p:txBody>
          <a:bodyPr>
            <a:normAutofit fontScale="90000"/>
          </a:bodyPr>
          <a:lstStyle/>
          <a:p>
            <a:pPr lvl="0"/>
            <a:br>
              <a:rPr lang="en-US" sz="49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4900" b="1" dirty="0">
                <a:latin typeface="Times New Roman"/>
                <a:ea typeface="Times New Roman"/>
                <a:cs typeface="Times New Roman"/>
                <a:sym typeface="Times New Roman"/>
              </a:rPr>
              <a:t>5. Internship Completion certificate/status</a:t>
            </a:r>
            <a:br>
              <a:rPr lang="en-US" dirty="0"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895599"/>
            <a:ext cx="10515600" cy="396240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All 4 tasks completed successfully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Project submitted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Certificate: Awaited  </a:t>
            </a:r>
          </a:p>
          <a:p>
            <a:pPr marL="11430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lv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14300" lvl="0" indent="0">
              <a:buNone/>
            </a:pPr>
            <a:endParaRPr lang="en-US" sz="1200" dirty="0">
              <a:solidFill>
                <a:schemeClr val="bg1">
                  <a:lumMod val="50000"/>
                </a:schemeClr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14300" lvl="0" indent="0">
              <a:buNone/>
            </a:pP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16/4/2026                                                                   ENG22CT0045, Dept. of Computer Science &amp; Technology,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SoE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DSU</a:t>
            </a:r>
          </a:p>
          <a:p>
            <a:pPr marL="11430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pic>
        <p:nvPicPr>
          <p:cNvPr id="5" name="Google Shape;151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5750" y="0"/>
            <a:ext cx="2120900" cy="941926"/>
          </a:xfrm>
          <a:prstGeom prst="rect">
            <a:avLst/>
          </a:prstGeom>
        </p:spPr>
      </p:pic>
      <p:pic>
        <p:nvPicPr>
          <p:cNvPr id="7" name="Google Shape;139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12157" y="36724"/>
            <a:ext cx="2389240" cy="7918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2483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"/>
          <p:cNvSpPr txBox="1">
            <a:spLocks noGrp="1"/>
          </p:cNvSpPr>
          <p:nvPr>
            <p:ph type="title"/>
          </p:nvPr>
        </p:nvSpPr>
        <p:spPr>
          <a:xfrm>
            <a:off x="838200" y="978650"/>
            <a:ext cx="10515600" cy="4796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Times New Roman"/>
              <a:buNone/>
            </a:pPr>
            <a:r>
              <a:rPr lang="en-US"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/>
          </a:p>
        </p:txBody>
      </p:sp>
      <p:pic>
        <p:nvPicPr>
          <p:cNvPr id="150" name="Google Shape;15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74057" y="1"/>
            <a:ext cx="2389240" cy="791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0433" y="36724"/>
            <a:ext cx="2757608" cy="873605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16/4/2026</a:t>
            </a:r>
            <a:endParaRPr dirty="0"/>
          </a:p>
        </p:txBody>
      </p:sp>
      <p:sp>
        <p:nvSpPr>
          <p:cNvPr id="153" name="Google Shape;153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4069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en-US" dirty="0"/>
              <a:t>ENG22CT0045, Dept. of Computer Science &amp; Technology, </a:t>
            </a:r>
            <a:r>
              <a:rPr lang="en-US" dirty="0" err="1"/>
              <a:t>SoE</a:t>
            </a:r>
            <a:r>
              <a:rPr lang="en-US" dirty="0"/>
              <a:t>, DSU</a:t>
            </a:r>
          </a:p>
        </p:txBody>
      </p:sp>
      <p:sp>
        <p:nvSpPr>
          <p:cNvPr id="154" name="Google Shape;154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800" y="36724"/>
            <a:ext cx="2120900" cy="9419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664</Words>
  <Application>Microsoft Office PowerPoint</Application>
  <PresentationFormat>Widescreen</PresentationFormat>
  <Paragraphs>144</Paragraphs>
  <Slides>16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Data Analytics</vt:lpstr>
      <vt:lpstr>Agenda</vt:lpstr>
      <vt:lpstr>1. About the Company</vt:lpstr>
      <vt:lpstr>2. Assigned Project</vt:lpstr>
      <vt:lpstr> 3. Technologies Used </vt:lpstr>
      <vt:lpstr>RESULT Task1: Big Data Analysis </vt:lpstr>
      <vt:lpstr>PowerPoint Presentation</vt:lpstr>
      <vt:lpstr>Task 2: Machine Learning(House Price Prediction)</vt:lpstr>
      <vt:lpstr>PowerPoint Presentation</vt:lpstr>
      <vt:lpstr>Task 3: Dashboard Development</vt:lpstr>
      <vt:lpstr>PowerPoint Presentation</vt:lpstr>
      <vt:lpstr>Task 4: Sentiment Analysis</vt:lpstr>
      <vt:lpstr>PowerPoint Presentation</vt:lpstr>
      <vt:lpstr>4. Conclusion </vt:lpstr>
      <vt:lpstr> 5. Internship Completion certificate/status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Analytics</dc:title>
  <dc:creator>raman grewal</dc:creator>
  <cp:lastModifiedBy>YAMUNA VENKATESH</cp:lastModifiedBy>
  <cp:revision>20</cp:revision>
  <dcterms:created xsi:type="dcterms:W3CDTF">2026-04-02T09:04:43Z</dcterms:created>
  <dcterms:modified xsi:type="dcterms:W3CDTF">2026-04-15T03:47:44Z</dcterms:modified>
</cp:coreProperties>
</file>